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comments/comment1.xml" ContentType="application/vnd.openxmlformats-officedocument.presentationml.comments+xml"/>
  <Override PartName="/ppt/commentAuthors.xml" ContentType="application/vnd.openxmlformats-officedocument.presentationml.commentAuthor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Intro" id="{11111111-1111-1111-1111-111111111111}">
          <p14:sldIdLst>
            <p14:sldId id="256"/>
            <p14:sldId id="257"/>
          </p14:sldIdLst>
        </p14:section>
        <p14:section name="Data" id="{22222222-2222-2222-2222-222222222222}">
          <p14:sldIdLst>
            <p14:sldId id="258"/>
            <p14:sldId id="259"/>
          </p14:sldIdLst>
        </p14:section>
      </p14:sectionLst>
    </p:ext>
  </p:extLst>
</p:presentation>
</file>

<file path=ppt/commentAuthors.xml><?xml version="1.0" encoding="utf-8"?>
<p:cmAuthorLst xmlns:p="http://schemas.openxmlformats.org/presentationml/2006/main">
  <p:cmAuthor id="0" name="Jane Secret" initials="JS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CA" Type="http://schemas.openxmlformats.org/officeDocument/2006/relationships/commentAuthors" Target="commentAuthor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Sales</c:v>
                </c:pt>
              </c:strCache>
            </c:strRef>
          </c:tx>
          <c:cat>
            <c:strRef>
              <c:f>Sheet1!$A$2:$A$3</c:f>
              <c:strCache>
                <c:ptCount val="2"/>
                <c:pt idx="0">
                  <c:v>Q3 revenue</c:v>
                </c:pt>
                <c:pt idx="1">
                  <c:v>Q4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1.0</c:v>
                </c:pt>
                <c:pt idx="1">
                  <c:v>2.0</c:v>
                </c:pt>
              </c:numCache>
            </c:numRef>
          </c:val>
        </c:ser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 val="0"/>
        <c:axPos val="l"/>
        <c:majorGridlines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omments/comment1.xml><?xml version="1.0" encoding="utf-8"?>
<p:cmLst xmlns:p="http://schemas.openxmlformats.org/presentationml/2006/main">
  <p:cm authorId="0" dt="2026-10-01T10:00:00.000" idx="1">
    <p:pos x="10" y="10"/>
    <p:text>Cut the Q3 number before sending</p:text>
  </p:cm>
</p:cmLst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Q3 revenue talking point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draft note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Relationship Id="rIdC1" Type="http://schemas.openxmlformats.org/officeDocument/2006/relationships/comments" Target="../comments/comment1.xml"/><Relationship Id="rIdJ2" Type="http://schemas.openxmlformats.org/officeDocument/2006/relationships/slide" Target="slide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chart" Target="../charts/chart1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rev</a:t>
            </a:r>
            <a:r>
              <a:rPr b="1"/>
              <a:t>enue</a:t>
            </a:r>
            <a:r>
              <a:t>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>
                <a:hlinkClick r:id="rIdJ2" action="ppaction://hlinksldjump"/>
              </a:rPr>
              <a:t>Q3 revenue grew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show="0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Q3 revenue draft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Chart</a:t>
            </a:r>
          </a:p>
        </p:txBody>
      </p:sp>
      <p:graphicFrame>
        <p:nvGraphicFramePr>
          <p:cNvPr id="3" name="Chart 2"/>
          <p:cNvGraphicFramePr>
            <a:graphicFrameLocks noGrp="1"/>
          </p:cNvGraphicFramePr>
          <p:nvPr/>
        </p:nvGraphicFramePr>
        <p:xfrm>
          <a:off x="914400" y="1828800"/>
          <a:ext cx="5486400" cy="3657600"/>
        </p:xfrm>
        <a:graphic>
          <a:graphicData uri="http://schemas.openxmlformats.org/drawingml/2006/chart">
            <c:chart xmlns:c="http://schemas.openxmlformats.org/drawingml/2006/chart" r:id="rId2"/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Ending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1828800"/>
            <a:ext cx="54864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t>Q3</a:t>
            </a:r>
            <a:br/>
            <a:r>
              <a:t>revenue</a:t>
            </a:r>
            <a:fld id="{33333333-3333-3333-3333-333333333333}" type="slidenum">
              <a:rPr lang="en-US"/>
              <a:t>4</a:t>
            </a:fld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  <Company>Contoso Secret Projects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>Jane Secret</dc:creator>
  <cp:keywords/>
  <dc:description>generated using python-pptx</dc:description>
  <cp:lastModifiedBy>Jane Secret</cp:lastModifiedBy>
  <cp:revision>1</cp:revision>
  <dcterms:created xsi:type="dcterms:W3CDTF">2013-01-27T09:14:16Z</dcterms:created>
  <dcterms:modified xsi:type="dcterms:W3CDTF">2013-01-27T09:15:58Z</dcterms:modified>
  <cp:category/>
</cp:coreProperties>
</file>